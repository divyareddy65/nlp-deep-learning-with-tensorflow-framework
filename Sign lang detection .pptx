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br>
              <a:rPr lang="en-US" altLang="en-US"/>
            </a:br>
            <a:r>
              <a:rPr lang="en-US" altLang="en-US" sz="489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charset="0"/>
                <a:cs typeface="Monotype Corsiva" panose="03010101010201010101" charset="0"/>
              </a:rPr>
              <a:t>Problem-Based Learning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charset="0"/>
                <a:cs typeface="Monotype Corsiva" panose="03010101010201010101" charset="0"/>
              </a:rPr>
              <a:t> </a:t>
            </a:r>
            <a:b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charset="0"/>
                <a:cs typeface="Monotype Corsiva" panose="03010101010201010101" charset="0"/>
              </a:rPr>
            </a:br>
            <a:r>
              <a:rPr lang="en-US" altLang="en-US" b="1">
                <a:latin typeface="Agency FB" panose="020B0503020202020204" charset="0"/>
                <a:cs typeface="Agency FB" panose="020B0503020202020204" charset="0"/>
              </a:rPr>
              <a:t>Sign Language Detection</a:t>
            </a:r>
            <a:r>
              <a:rPr lang="en-US" altLang="en-US"/>
              <a:t> 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8510270" y="4791075"/>
            <a:ext cx="3682365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5320" y="1869440"/>
          <a:ext cx="10474960" cy="3256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1863090"/>
                <a:gridCol w="3382645"/>
                <a:gridCol w="919480"/>
                <a:gridCol w="3359150"/>
              </a:tblGrid>
              <a:tr h="494030">
                <a:tc>
                  <a:txBody>
                    <a:bodyPr/>
                    <a:lstStyle/>
                    <a:p>
                      <a:r>
                        <a:rPr lang="en-IN" dirty="0" err="1"/>
                        <a:t>Sl.No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Email</a:t>
                      </a:r>
                      <a:endParaRPr lang="en-IN" dirty="0"/>
                    </a:p>
                  </a:txBody>
                  <a:tcPr/>
                </a:tc>
              </a:tr>
              <a:tr h="690880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58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dirty="0"/>
                        <a:t>Maram Sirisha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58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  <a:tr h="6896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dirty="0"/>
                        <a:t>2.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65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M Divya Reddy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23100400</a:t>
                      </a:r>
                      <a:r>
                        <a:rPr lang="en-US" altLang="en-IN" dirty="0"/>
                        <a:t>65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  <a:tr h="690880">
                <a:tc>
                  <a:txBody>
                    <a:bodyPr/>
                    <a:lstStyle/>
                    <a:p>
                      <a:r>
                        <a:rPr lang="en-US" altLang="en-IN" dirty="0"/>
                        <a:t>3.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116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dirty="0"/>
                        <a:t>S.Harini Reddy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116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  <a:tr h="691515">
                <a:tc>
                  <a:txBody>
                    <a:bodyPr/>
                    <a:lstStyle/>
                    <a:p>
                      <a:r>
                        <a:rPr lang="en-US" altLang="en-IN" dirty="0"/>
                        <a:t>4</a:t>
                      </a:r>
                      <a:r>
                        <a:rPr lang="en-IN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121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dirty="0"/>
                        <a:t>N. Ramyashree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2310040</a:t>
                      </a:r>
                      <a:r>
                        <a:rPr lang="en-US" altLang="en-IN" dirty="0"/>
                        <a:t>121</a:t>
                      </a:r>
                      <a:r>
                        <a:rPr lang="en-IN" dirty="0"/>
                        <a:t>@klh.edu.in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5320" y="1189990"/>
            <a:ext cx="6166485" cy="5670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Members’ </a:t>
            </a: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48000" y="514985"/>
            <a:ext cx="6096000" cy="1010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3600" b="1" dirty="0">
                <a:ln>
                  <a:noFill/>
                </a:ln>
                <a:solidFill>
                  <a:srgbClr val="C00000"/>
                </a:solidFill>
                <a:effectLst/>
                <a:latin typeface="Algerian" panose="04020705040A02060702" charset="0"/>
                <a:cs typeface="Algerian" panose="04020705040A02060702" charset="0"/>
                <a:sym typeface="+mn-ea"/>
              </a:rPr>
              <a:t> Project</a:t>
            </a:r>
            <a:endParaRPr lang="en-US" altLang="en-US" sz="3600" b="1" dirty="0">
              <a:ln>
                <a:noFill/>
              </a:ln>
              <a:solidFill>
                <a:srgbClr val="C00000"/>
              </a:solidFill>
              <a:effectLst/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charset="0"/>
                <a:cs typeface="Agency FB" panose="020B0503020202020204" charset="0"/>
                <a:sym typeface="+mn-ea"/>
              </a:rPr>
              <a:t>Why Sign Language Detection?</a:t>
            </a:r>
            <a:endParaRPr lang="en-US" altLang="en-US" sz="40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Communication barrier for hearing/speech-impaired individuals.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Lack of real-time, automated solutions.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Human interpreters are not always available.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Need for scalable, AI-based gesture recognition systems.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charset="0"/>
                <a:cs typeface="Agency FB" panose="020B0503020202020204" charset="0"/>
                <a:sym typeface="+mn-ea"/>
              </a:rPr>
              <a:t>Project Goals</a:t>
            </a:r>
            <a:endParaRPr lang="en-US" altLang="en-US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Detect and recognize sign language gestures using YOLOv5.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Create a real-time detection system using computer vision.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Bridge communication gap using AI.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Improve accessibility with fast and accurate predictions.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  <a:sym typeface="+mn-ea"/>
              </a:rPr>
              <a:t>What is YOLOv5?</a:t>
            </a:r>
            <a:endParaRPr lang="en-US" altLang="en-US" b="1">
              <a:solidFill>
                <a:srgbClr val="FF0000"/>
              </a:solidFill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7505"/>
            <a:ext cx="10515600" cy="4549775"/>
          </a:xfrm>
        </p:spPr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Stands for You Only Look Once – real-time object detection.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Lightweight, accurate, and fast.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Suitable for gesture detection in video streams.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Trained on custom hand gesture dataset.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9230"/>
            <a:ext cx="10515600" cy="991235"/>
          </a:xfrm>
        </p:spPr>
        <p:txBody>
          <a:bodyPr/>
          <a:p>
            <a:r>
              <a:rPr lang="en-US" altLang="en-US" sz="4000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  <a:sym typeface="+mn-ea"/>
              </a:rPr>
              <a:t>How the System Works</a:t>
            </a:r>
            <a:endParaRPr lang="en-US" altLang="en-US" sz="4000" b="1">
              <a:solidFill>
                <a:srgbClr val="FF0000"/>
              </a:solidFill>
              <a:latin typeface="Agency FB" panose="020B0503020202020204" charset="0"/>
              <a:cs typeface="Agency FB" panose="020B05030202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2950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                                       Flow Chart: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Video Input → Preprocessing → YOLOv5 Detection →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Gesture Classification → Output / Translation results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  <a:p>
            <a:r>
              <a:rPr lang="en-US" altLang="en-US" sz="2700" b="1">
                <a:solidFill>
                  <a:srgbClr val="FF0000"/>
                </a:solidFill>
                <a:latin typeface="HoloLens MDL2 Assets" panose="050A0102010101010101" charset="0"/>
                <a:cs typeface="HoloLens MDL2 Assets" panose="050A0102010101010101" charset="0"/>
              </a:rPr>
              <a:t>Using: </a:t>
            </a:r>
            <a:r>
              <a:rPr lang="en-US" altLang="en-US" sz="2700">
                <a:latin typeface="HoloLens MDL2 Assets" panose="050A0102010101010101" charset="0"/>
                <a:cs typeface="HoloLens MDL2 Assets" panose="050A0102010101010101" charset="0"/>
              </a:rPr>
              <a:t>Python, OpenCV, YOLOv5, LabelImg, PyTorch</a:t>
            </a:r>
            <a:endParaRPr lang="en-US" altLang="en-US" sz="2700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  <a:sym typeface="+mn-ea"/>
              </a:rPr>
              <a:t>Future Scope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 aim to innovate by adding real-time voice translation, multilingual support, and continuous gesture-to-text conversion to improve communication and accessibility.</a:t>
            </a:r>
            <a:endParaRPr lang="en-US" altLang="en-US"/>
          </a:p>
          <a:p>
            <a:r>
              <a:rPr lang="en-US" altLang="en-US" b="1">
                <a:solidFill>
                  <a:srgbClr val="FF0000"/>
                </a:solidFill>
                <a:latin typeface="Agency FB" panose="020B0503020202020204" charset="0"/>
                <a:cs typeface="Agency FB" panose="020B0503020202020204" charset="0"/>
              </a:rPr>
              <a:t>Expected Outcome:</a:t>
            </a:r>
            <a:endParaRPr lang="en-US" altLang="en-US" b="1">
              <a:solidFill>
                <a:srgbClr val="FF0000"/>
              </a:solidFill>
              <a:latin typeface="Agency FB" panose="020B0503020202020204" charset="0"/>
              <a:cs typeface="Agency FB" panose="020B0503020202020204" charset="0"/>
            </a:endParaRPr>
          </a:p>
          <a:p>
            <a:r>
              <a:rPr lang="en-US" altLang="en-US"/>
              <a:t>Sign Language detection converts hand gestures into text or speech in real-time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-635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4*256"/>
  <p:tag name="TABLE_ENDDRAG_RECT" val="51*147*824*256"/>
</p:tagLst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WPS Presentation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Monotype Corsiva</vt:lpstr>
      <vt:lpstr>Agency FB</vt:lpstr>
      <vt:lpstr>Times New Roman</vt:lpstr>
      <vt:lpstr>Algerian</vt:lpstr>
      <vt:lpstr>HoloLens MDL2 Assets</vt:lpstr>
      <vt:lpstr>Calibri Light</vt:lpstr>
      <vt:lpstr>Microsoft YaHei</vt:lpstr>
      <vt:lpstr>Arial Unicode MS</vt:lpstr>
      <vt:lpstr>Calibri</vt:lpstr>
      <vt:lpstr>Business Cooperate</vt:lpstr>
      <vt:lpstr> Problem-Based Learning  Sign Language Detection </vt:lpstr>
      <vt:lpstr>PowerPoint 演示文稿</vt:lpstr>
      <vt:lpstr>Why Sign Language Detection?</vt:lpstr>
      <vt:lpstr>Project Goals</vt:lpstr>
      <vt:lpstr>What is YOLOv5?</vt:lpstr>
      <vt:lpstr>How the System Works</vt:lpstr>
      <vt:lpstr>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_x000B_Problem-Based Learning  Sign Language Detection </dc:title>
  <dc:creator>Lenovo</dc:creator>
  <cp:lastModifiedBy>MAMIDI DIVYA REDDY</cp:lastModifiedBy>
  <cp:revision>4</cp:revision>
  <dcterms:created xsi:type="dcterms:W3CDTF">2025-07-25T02:48:00Z</dcterms:created>
  <dcterms:modified xsi:type="dcterms:W3CDTF">2025-10-17T07:03:49Z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E227FD44ED4048F186D33ED10CFC249A_13</vt:lpwstr>
  </property>
  <property fmtid="{D5CDD505-2E9C-101B-9397-08002B2CF9AE}" pid="3" name="KSOProductBuildVer">
    <vt:lpwstr>1033-12.2.0.23131</vt:lpwstr>
  </property>
</Properties>
</file>